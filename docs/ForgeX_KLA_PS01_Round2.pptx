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830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Restoration of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Degraded Inspection Images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 Problem Statement PS01  ·  SemiCon India Hackathon 2026  ·  Round 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434840"/>
            <a:ext cx="4480560" cy="1170432"/>
          </a:xfrm>
          <a:prstGeom prst="roundRect">
            <a:avLst>
              <a:gd name="adj" fmla="val 4688"/>
            </a:avLst>
          </a:prstGeom>
          <a:solidFill>
            <a:srgbClr val="2E343B"/>
          </a:solidFill>
          <a:ln w="12700">
            <a:solidFill>
              <a:srgbClr val="2E3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590288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ForgeX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8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Abishek SR  ·  Anmol BA  ·  Hardik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Vellore  ·  abisheksundar1114@gmail.com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0525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27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23.63 dB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59536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 on the organisers’ test 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52560" y="2971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27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+3.18 dB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59536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bicubic ×2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27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595360" y="4480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   (bicubic 0.466)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989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8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1.37 M parameters  ·  5.5 MB  ·  297 images in 5.9 s end-to-end on an RTX 4050 laptop  ·  torch + numpy only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Addressed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 asks for generalisation across distributions. Everything below was built and tested against that.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943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photographs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micrographs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Sizes 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256→128; no 512×512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f90 — structure fineness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0.2913   (3.1× finer)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Downsampling 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2×2 box 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2×2 box 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 ×2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23.23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20.46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136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 falls 2.77 dB between rounds. Equal skill therefore shows as a lower score.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720840" y="1417320"/>
            <a:ext cx="4892040" cy="2697480"/>
          </a:xfrm>
          <a:prstGeom prst="roundRect">
            <a:avLst>
              <a:gd name="adj" fmla="val 2034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16276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THINGS THE STATEMENT ASKS FOR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040880" y="1956816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fine spatial detail lost to downsampling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speckle noise across diverse image types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 broadly across multiple image distributions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reduction in spatial resolution (the ×2 path)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40880" y="3611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one is the whole deck. Every decision below was made against 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f90 matters.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f90 is the radial frequency below which 90% of non-DC energy sits. Round-2 structure is 3.1× finer, so 3.1× more of the signal lives above the Nyquist limit of the downsampled input — information genuinely destroyed by the 2×2 average, not merely obscured by noise. That sets a ceiling no architecture can lift, and it is why we spent the round measuring data rather than trying models.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&amp; Evaluation Setup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a final-5-epoch mean, scored against a 0.005 dB measured noise floor, on a shared baseline.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2240280"/>
          </a:xfrm>
          <a:prstGeom prst="roundRect">
            <a:avLst>
              <a:gd name="adj" fmla="val 2449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 FLOOR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0.0049 dB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 runs differing only in random seed, final-5-epoch means, matched at epoch 39.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 dB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reporting threshold — deliberately conservative. Anything under it is reported as null.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71600"/>
            <a:ext cx="3520440" cy="2240280"/>
          </a:xfrm>
          <a:prstGeom prst="roundRect">
            <a:avLst>
              <a:gd name="adj" fmla="val 2449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5727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FINAL-5, NEVER BEST-EPOCH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90288" y="1901952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Best-epoch selection inflates a score by a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0.058 dB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our six 120-epoch runs — six times the floor. Every number in this deck is a mean of the last five epochs.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2440" y="1371600"/>
            <a:ext cx="3520440" cy="2240280"/>
          </a:xfrm>
          <a:prstGeom prst="roundRect">
            <a:avLst>
              <a:gd name="adj" fmla="val 2449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5727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PASS, ONE BASELINE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66760" y="1901952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models are scored by the same code on the same inputs. The shared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 column is the checksum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if it differs between two files, those files cannot be compared. We learned this the hard way.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ways we measure, and what each one is for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2377440"/>
                <a:gridCol w="50292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answers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held-out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day-to-day comparison between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Organisers’ test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score they will see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Withheld content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 morphology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work on content never trained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 NFFA morphologies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work on a different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Nine-level noise sweep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×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→ far 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hold when the sensor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Nine-axis OOD suite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×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/ blur / kernel /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worst-case axis, not just the 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exact overlap between the organisers’ 297 images and the 4,785 training images — verified by SHA-1 over the raw arrays.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Discovery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KLA’s degradation before touching a model: a three-term variance law, and speckle over shot noise by ΔBIC = 1118.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23282E"/>
          </a:solidFill>
          <a:ln w="12700">
            <a:solidFill>
              <a:srgbClr val="2328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var(residual) = σ²add + σ²mul·m² + c·v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    = exact 2×2 box average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2×2 block mean of the clean image,  v = within-block variance.   adjusted R² = 0.9987 over 288 bins / 6.55 M pixels.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276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KLA’s own pairs:  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σmul 0.155–0.258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σadd 0.000–0.065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0.026–0.234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Speckle or shot noise? Settled by BIC, not by assumption.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shot noise has variance linear in the mean; multiplicative speckle quadratic. They call for different variance-stabilising transforms, so we fitted four models to identical bins over 6.55 M pixels.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6309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 multiplicative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b·m² + c·v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−1814.5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 Poisson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p·m + c·v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−696.2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 both terms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p·m + b·m² + c·v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−1849.5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 no brightness 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c·v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086600" y="3566160"/>
            <a:ext cx="4526280" cy="2194560"/>
          </a:xfrm>
          <a:prstGeom prst="roundRect">
            <a:avLst>
              <a:gd name="adj" fmla="val 2500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60920" y="3767328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ΔBIC = 1118.3 — decisive.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M3 fits marginally better but drives its Poisson coefficient negative (−0.00196), which is meaningless for shot noise. We keep M1.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generator multiplies rather than drawing Poisson counts. Assuming shot noise would have stabilised the wrong thing.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8704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tools/noise_physics.py — raw output committed at docs/tool_output/noise_physics.txt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 is not Gaussian, so we draw Gamma — and the organisers’ test set is in-distribution, so we did not optimise for it.</a:t>
            </a:r>
            <a:endParaRPr lang="en-US" sz="1400" dirty="0"/>
          </a:p>
        </p:txBody>
      </p:sp>
      <p:pic>
        <p:nvPicPr>
          <p:cNvPr id="4" name="Image 0" descr="c_res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577840" cy="24505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3913632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1148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GAMMA, NOT GAUSSIAN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7240" y="4443984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is spatially white — lag-1 correlation −0.052 horizontal, −0.050 vertical — but it is not Gaussian: skew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excess kurtosis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+1.28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Gaussian generator would match the variance and miss the shape, so the network would never see the heavy right tail that real speckle produces. We sample Gamma with k = 14.</a:t>
            </a:r>
            <a:endParaRPr lang="en-US" sz="1150" dirty="0"/>
          </a:p>
        </p:txBody>
      </p:sp>
      <p:pic>
        <p:nvPicPr>
          <p:cNvPr id="8" name="Image 1" descr="c_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303520" cy="2194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3657600"/>
            <a:ext cx="5303520" cy="2404872"/>
          </a:xfrm>
          <a:prstGeom prst="roundRect">
            <a:avLst>
              <a:gd name="adj" fmla="val 2281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0" y="38587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ORGANISERS’ TEST SET IS IN-DISTRIBUTION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583680" y="4187952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refitted the degradation on the 297 images they shared and compared it against 297 random training images. </a:t>
            </a:r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 matches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σmul 0.1865 vs 0.1890, f90 0.5205 vs 0.5163, skew +0.512 vs +0.539, kurtosis +1.28 vs +2.08, lag-1 −0.052 vs −0.048. Only 1–3% of test images fall outside the training p1–p99 band, which is what two samples of the </a:t>
            </a:r>
            <a:pPr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distribution give by construction.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 promises a test of generalisation across distributions. This set is not that test — so we assume it is not the final one, and we did not optimise for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Degradation Generator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generators: one calibrated to reality, one deliberately wider — and no randomised operation order, because we measured that it was wrong.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68880"/>
                <a:gridCol w="2377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— measured in KLA’s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— deliberately broader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– 0.065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– 0.180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σ_mul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 – 0.258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 – 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(detail term)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 – 0.234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– 0.450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– 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blur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0.3–1.1 on 30% of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downsampling kernel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2×2 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box, or Gaussian-weighted on 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src/degrade.py — degrade() and degrade_wide().  2.1 ms per call, so synthesis never starves the GPU.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543800" y="1417320"/>
            <a:ext cx="4069080" cy="2103120"/>
          </a:xfrm>
          <a:prstGeom prst="roundRect">
            <a:avLst>
              <a:gd name="adj" fmla="val 2609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16184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MIXTURE, PRECISELY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18120" y="194767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wide_p is the fraction </a:t>
            </a:r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synthetic draws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of all draws. The roll is sequential: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= p    wide = (1−p)·w    narrow = (1−p)·(1−w)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--p-real 0.5 --wide-p 0.5 is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real / 25% wide / 25% narrow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43800" y="3657600"/>
            <a:ext cx="4069080" cy="2395728"/>
          </a:xfrm>
          <a:prstGeom prst="roundRect">
            <a:avLst>
              <a:gd name="adj" fmla="val 2290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3858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A TEST, NOT A CLAIM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18120" y="4187952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re-fit our own synthetic output with the same estimator used on the real pairs: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 real       σa 0.0414   σm 0.1863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ours NARROW    σa 0.0415   σm 0.1986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27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ours TRAINING  σa 0.0507   σm 0.2192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family brackets reality — that is the test. The training mixture is visibly wider on purpose.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changes from Round 1, each forced by a measurement: added the c·v detail term (4.4% of variance on SEM vs 1.8% on photos), removed the blur from the narrow family (residual error rose 0.01074 → 0.01235 with it), Gaussian → Gamma.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041648"/>
            <a:ext cx="6766560" cy="2011680"/>
          </a:xfrm>
          <a:prstGeom prst="roundRect">
            <a:avLst>
              <a:gd name="adj" fmla="val 2727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24281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DETAIL THAT MATTERS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2960" y="4553712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is applied to the clean image before noise is sampled — never to the output.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Optics act on the image, not the sensor. Blurring the output would correlate noise we measured to be white (lag-1 −0.052), teaching the network to remove a structure that does not exist in real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vs Synthetic — the Reversal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Real-only training wins in-distribution and collapses outside it. Training wider than reality costs 0.013 dB and buys 3.72 dB.</a:t>
            </a:r>
            <a:endParaRPr lang="en-US" sz="1400" dirty="0"/>
          </a:p>
        </p:txBody>
      </p:sp>
      <p:pic>
        <p:nvPicPr>
          <p:cNvPr id="4" name="Image 0" descr="c_id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400800" cy="34107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371600"/>
            <a:ext cx="4480560" cy="3410712"/>
          </a:xfrm>
          <a:prstGeom prst="roundRect">
            <a:avLst>
              <a:gd name="adj" fmla="val 1609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06640" y="15727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BELIEVED FOR A WEEK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406640" y="1901952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real pairs beat every synthetic mixture on the held-out split — 23.267 vs 23.218 vs 23.134. Measurement sound, inference wrong.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≈ 0.19 is where KLA’s data sits. </a:t>
            </a:r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agree there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within 0.30 dB. We were resolving a 0.13 dB difference at the one operating point where there is nothing to see.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σ-steps out, the real-only model is 4.03 dB behind.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 does not merely stop improving — it </a:t>
            </a:r>
            <a:pPr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over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σ = 0.25 and declines. A model that had learned the inverse problem would keep gaining, because there is more noise to remove. Turning over is the signature of a model that memorised a noise amplitude.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937760"/>
            <a:ext cx="11109960" cy="1234440"/>
          </a:xfrm>
          <a:prstGeom prst="roundRect">
            <a:avLst>
              <a:gd name="adj" fmla="val 4444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objection we had to answer.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noise_sweep.py builds its inputs with our own generator, which structurally favours a synthetic-trained model — we flagged this ourselves and nearly discarded the sweep. Two things rescue it. (1) The bias does not appear where it should: at σ 0.05–0.19 the </a:t>
            </a:r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real-only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beats the model trained on that very generator. (2) The conclusion reproduces on inputs the generator never touched — the ten NFFA morphologies and the withheld content block, both against real ground truth. The sweep is where we </a:t>
            </a:r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effect; it is not where we certify 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1.37 M-parameter residual CNN with a bicubic skip and a measured loss — Charbonnier + SSIM + gradient + LPIPS.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256²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4884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895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14600" y="1691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wide / narrow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895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80560" y="132588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LR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80560" y="1691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128²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8076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895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132588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C2703B"/>
          </a:solidFill>
          <a:ln w="12700">
            <a:solidFill>
              <a:srgbClr val="C270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1691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B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 M params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895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12480" y="132588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0" y="1691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256²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1268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895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378440" y="132588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378440" y="1691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2331720"/>
            <a:ext cx="5486400" cy="3246120"/>
          </a:xfrm>
          <a:prstGeom prst="roundRect">
            <a:avLst>
              <a:gd name="adj" fmla="val 1690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25420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" y="288036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CNN — EDSR-style body, all work at low resolution, PixelShuffle ×2 only in the final block. 4× cheaper than upsample-first designs, and inference time is scored.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bicubic skip.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network predicts only the correction to a cheap baseline, so it starts at the bicubic score and converges fast.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Variance-stabilising stem.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parameter-free layer feeds the first convolution raw x, √x and log(1+x). It picks the representation where signal-dependent noise is closest to uniform — rather than us assuming which one that is.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BatchNorm.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Well established to hurt super-resolution; confirmed here.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channels · 16 residual blocks · 1,368,705 parameters · 5.5 MB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2331720"/>
            <a:ext cx="5349240" cy="3246120"/>
          </a:xfrm>
          <a:prstGeom prst="roundRect">
            <a:avLst>
              <a:gd name="adj" fmla="val 1690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loss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83680" y="28803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Charbonnier + 0.15·SSIM + 0.05·gradient + 0.05·LPIPS.  No GAN.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epochs × 500 iterations, batch 32, 64×64 crops, AMP. Adam, cosine schedule.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term sharpens edges only where the ground truth has edges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is the mechanism that keeps the perceptual term honest.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--seed and --split-seed are deliberately separate.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validation split must stay fixed while training randomness varies, or a seed-variance experiment compares two models on two different validation sets and measures nothing.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RTX 4050 Laptop 6 GB (75 W): 4.3 h.   RTX 4090 pod: 28 min.   Peak VRAM 0.95 GB.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23.63 dB on the organisers’ own 297-image test set: +3.18 dB over bicubic, 59% lower perceptual distance.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51560"/>
                <a:gridCol w="105156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LPIPS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 ×2  (no denoising)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— 1.37 M params  ★ submitted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+3.18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8529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27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+3.18 dB over bicubic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48640" y="32552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59% lower perceptual distance, for 1.37 M parameters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639312"/>
            <a:ext cx="5852160" cy="2487168"/>
          </a:xfrm>
          <a:prstGeom prst="roundRect">
            <a:avLst>
              <a:gd name="adj" fmla="val 2206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8221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MODEL, EVERYWHERE ELSE WE MEASURED IT</a:t>
            </a:r>
            <a:endParaRPr lang="en-US" sz="9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096512"/>
          <a:ext cx="53035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48640"/>
                <a:gridCol w="914400"/>
                <a:gridCol w="10058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bicubic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organisers’ test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held-out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withheld content 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 NFFA morphologies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512×512, never trained at that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22960" y="56875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real ground truth. The gain is largest where the model has seen least.</a:t>
            </a:r>
            <a:endParaRPr lang="en-US" sz="1000" dirty="0"/>
          </a:p>
        </p:txBody>
      </p:sp>
      <p:pic>
        <p:nvPicPr>
          <p:cNvPr id="11" name="Image 0" descr="c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371600"/>
            <a:ext cx="4846320" cy="4855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66560" y="6281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input  →  restored  →  ground truth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interventions measured against the noise floor. Seven did nothing. One — the wide degradation family — decided the model.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828800"/>
                <a:gridCol w="1280160"/>
              </a:tblGrid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PSNR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seed alone (matched at epoch 39)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0.0049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7C88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floor itself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1.8× receptive field, parameters matched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+0.0077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Degradation recalibration on its 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−0.0162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Gaussian-weighted downsampling (soft_p)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saved measurement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7C88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undocumented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Content-balanced sampling (p ∝ f90)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−0.0903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 test-time augmentation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+0.0181 dB, 7.1× slower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Pinned-buffer + CUDA-stream I/O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 s on a 1.94 s spread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channels_last layout 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 s on a 0.73 s spread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parameters (343 k → 1.37 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+0.108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7C88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real, but see capacity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 generator vs Round-1 generator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+0.0836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pairs instead of synthetic (in-distribution)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+0.0494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degradation family, at σ = 0.45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+3.72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7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effect that decided the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560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final-5 windows from runs/*/log.csv, or one scoring pass over identical inputs. docs/ENGINEERING_LOG.md §10.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680960" y="1371600"/>
            <a:ext cx="3931920" cy="2148840"/>
          </a:xfrm>
          <a:prstGeom prst="roundRect">
            <a:avLst>
              <a:gd name="adj" fmla="val 2553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572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CLAIMS WE WITHDREW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955280" y="1901952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“9× more training data = +0.006 dB” — the 500-image run validated on a </a:t>
            </a:r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200 images. Not comparable. Dropped.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“3× training length = +0.030 dB” — no matched pair exists in runs/. Dropped.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“2.7× parameters = +0.026 dB” — a Round-1 number. The Round-2 answer is the capacity sweep.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0" y="365760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3858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DOMINATES THE SCORE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955280" y="4187952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anything we control.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Coarsest content block   26.664 dB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Finest content block     21.274 dB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5.39 dB from content alone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40× larger than any architectural change we measured, and 1100× the noise floor. That is why this pipeline targets robustness across content rather than peak score on one split.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&amp; Inference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 M parameters is a deliberate quality-versus-efficiency choice, not a default — and 297 images take six seconds</a:t>
            </a:r>
            <a:endParaRPr lang="en-US" sz="1400" dirty="0"/>
          </a:p>
        </p:txBody>
      </p:sp>
      <p:pic>
        <p:nvPicPr>
          <p:cNvPr id="4" name="Image 0" descr="c_capa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400800" cy="30723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572000"/>
            <a:ext cx="6400800" cy="1481328"/>
          </a:xfrm>
          <a:prstGeom prst="roundRect">
            <a:avLst>
              <a:gd name="adj" fmla="val 3704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754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sizes across 78.4× of parameters buy 0.291 dB in total — 0.045 dB per doubling, R² = 0.992, no knee.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capacity-starved model climbs and then flattens; this is a straight line, so the bottleneck is information the 2×2 average destroyed, not model size. A 49 k model gives up 0.21 dB and is 9× faster — we know the price of going smaller, and chose not to pay it.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32320" y="1371600"/>
            <a:ext cx="4480560" cy="2331720"/>
          </a:xfrm>
          <a:prstGeom prst="roundRect">
            <a:avLst>
              <a:gd name="adj" fmla="val 2353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0" y="15727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MEASURED THE WAY IT WILL BE SCORED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0664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7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 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406640" y="25420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images, process start to last file written, RTX 4050 laptop —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 ms per image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network itself is ~2 ms of that; roughly 72% is Python importing torch and CUDA initialising, which amortises over test-set size.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0" y="3840480"/>
            <a:ext cx="4480560" cy="2212848"/>
          </a:xfrm>
          <a:prstGeom prst="roundRect">
            <a:avLst>
              <a:gd name="adj" fmla="val 2479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0" y="40416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 AND DID NOT SHIP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06640" y="4352544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inference optimisations were written and benchmarked with alternating repetitions against the run-to-run spread: 8× test-time augmentation, a pinned-buffer + CUDA-stream I/O path, and a channels_last layout fix.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cleared the noise; all produced bit-identical output.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ONNX export was rejected without benchmarking — it adds a dependency the submission forbids. Details in the ablation table and docs/bench_results.txt.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content +3.65 dB. Unseen scale +4.52 dB. Ten morphologies from a different corpus, all positive. The gain is largest where the model has seen least.</a:t>
            </a:r>
            <a:endParaRPr lang="en-US" sz="1400" dirty="0"/>
          </a:p>
        </p:txBody>
      </p:sp>
      <p:pic>
        <p:nvPicPr>
          <p:cNvPr id="4" name="Image 0" descr="c_categ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943600" cy="3172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590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labelled NFFA-EUROPE morphologies — a different corpus, and the source dataset ships the labels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675120" y="1371600"/>
            <a:ext cx="4937760" cy="1810512"/>
          </a:xfrm>
          <a:prstGeom prst="roundRect">
            <a:avLst>
              <a:gd name="adj" fmla="val 3030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151790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CONTENT BLOCK — 478 IMAGES WITHHELD ENTIRELY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92224"/>
          <a:ext cx="4389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914400"/>
                <a:gridCol w="91440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 it?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 ×2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r2-preal1 (real only)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949440" y="2770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+3.65 dB on content never trained on, and 60% better LPIPS than the model that WAS trained on it.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675120" y="3310128"/>
            <a:ext cx="4937760" cy="1536192"/>
          </a:xfrm>
          <a:prstGeom prst="roundRect">
            <a:avLst>
              <a:gd name="adj" fmla="val 3571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49440" y="34564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→ 512 WITH ZERO TRAINING AT THAT SCALE</a:t>
            </a:r>
            <a:endParaRPr lang="en-US" sz="9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730752"/>
          <a:ext cx="4389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822960"/>
                <a:gridCol w="82296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 held-out 512×512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 ×2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949440" y="4462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+4.52 dB — a larger gain than at 256×256, at a scale never trained on.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675120" y="4956048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49440" y="50840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949440" y="53309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above the input’s Nyquist — the band where content is necessarily invented. On their 297 images: ours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0.421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bicubic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0.375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Bicubic cannot fabricate by construction, so it is the floor.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 our outputs cross ratio 1.0, against fourteen of bicubic’s.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02920" y="4892040"/>
            <a:ext cx="5943600" cy="1161288"/>
          </a:xfrm>
          <a:prstGeom prst="roundRect">
            <a:avLst>
              <a:gd name="adj" fmla="val 4724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77240" y="505663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positive. Mean +4.01 dB — higher than on KLA’s own data.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LPIPS stays 0.199–0.299 across all ten. The 3.01 dB spread orders morphologies exactly as the f90 analysis predicts: regular geometric structure easiest, soft organic structure hardest. Honest caveat: we first tried to recover KLA’s category boundaries from spectral content and failed — one number cannot separate ten morphologies. We used the labels the source dataset already provides.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OOD Suite, on the Organisers’ Own Test 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real-only training on every degradation axis of their own images — 3.50 dB ahead under severe noise.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46304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real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0.19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7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 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(non-box) kernel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images from the organisers, re-degraded seven ways. docs/tool_output/ood_testset.txt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086600" y="1371600"/>
            <a:ext cx="4526280" cy="3017520"/>
          </a:xfrm>
          <a:prstGeom prst="roundRect">
            <a:avLst>
              <a:gd name="adj" fmla="val 1818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60920" y="15727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EVERY SINGLE AXIS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60920" y="1901952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r2-preal1 — 100% real pairs — has the </a:t>
            </a:r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of anything we trained on the undamaged test set: 23.866 dB against our 23.632.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loses on all seven axes the moment the degradation moves.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noise 0.40 the gap is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 dB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ahead by 0.234 dB when nothing changes, and behind by 3.50 dB when the sensor does. That is the whole argument of this deck, measured end-to-end on the data the organisers gave us.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800600"/>
            <a:ext cx="11064240" cy="1252728"/>
          </a:xfrm>
          <a:prstGeom prst="roundRect">
            <a:avLst>
              <a:gd name="adj" fmla="val 4380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model improves over real-only training on every tested degradation axis of the organisers’ own images, with the largest advantage under severe noise —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+5.59 dB against +2.09 dB at σ = 0.40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gives up 0.234 dB on the undamaged set and gains 3.50 dB the moment the degradation moves. That asymmetry is the case for this model.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Runs &amp; Stability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floor 0.005 dB. Identical to five decimals across two GPUs. Our split ranks all eleven models in the same order theirs does.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72768"/>
            <a:ext cx="384048" cy="384048"/>
          </a:xfrm>
          <a:prstGeom prst="ellipse">
            <a:avLst/>
          </a:prstGeom>
          <a:solidFill>
            <a:srgbClr val="C2703B"/>
          </a:solidFill>
          <a:ln w="12700">
            <a:solidFill>
              <a:srgbClr val="C270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variance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r2-full-s0  23.1038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r2-full-s1  23.1087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0.0049 dB apart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identical configuration, different seed, matched final-5 window at epoch 39. This is the floor everything else is judged against.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572768"/>
            <a:ext cx="384048" cy="384048"/>
          </a:xfrm>
          <a:prstGeom prst="ellipse">
            <a:avLst/>
          </a:prstGeom>
          <a:solidFill>
            <a:srgbClr val="C2703B"/>
          </a:solidFill>
          <a:ln w="12700">
            <a:solidFill>
              <a:srgbClr val="C270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Final-5 vs best-epoch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1214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six 120-epoch runs, best-epoch selection reads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+0.058 dB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above the final-5 mean — six times the seed floor. Reporting a best epoch would manufacture an effect out of nothing.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572768"/>
            <a:ext cx="384048" cy="384048"/>
          </a:xfrm>
          <a:prstGeom prst="ellipse">
            <a:avLst/>
          </a:prstGeom>
          <a:solidFill>
            <a:srgbClr val="C2703B"/>
          </a:solidFill>
          <a:ln w="12700">
            <a:solidFill>
              <a:srgbClr val="C270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1540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Cross-machine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2121408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weights score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23.632 / 0.60791 / 0.19288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an RTX 4090 pod and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23.632 / 0.60791 / 0.19288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an RTX 4050 laptop — identical to five decimals, different GPU, different machine.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1064240" cy="2240280"/>
          </a:xfrm>
          <a:prstGeom prst="roundRect">
            <a:avLst>
              <a:gd name="adj" fmla="val 2449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00507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STABILITY RESULT WE HAVE — AND IT ARRIVED FROM OUTSIDE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4315968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entire selection process rests on a 200-image validation split we constructed ourselves. When the organisers released a 297-image paired test set we ranked all eleven models on it and compared against our own ranking: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3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Spearman ρ    PSNR +0.955     SSIM +0.991     LPIPS +1.000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split ranked all eleven models in exactly the LPIPS order their data does.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absolute numbers differ — their set is 0.231 dB easier on bicubic — but the ordering, which is what every decision in this deck depends on, is identical. Every comparison in the engineering log was measured on a good ruler, and that is now demonstrated rather than assumed.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Selection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ship the best-PSNR model. We shipped the one whose weakest axis is strongest — because the downside is 7.6× larger on the perceptual side.</a:t>
            </a:r>
            <a:endParaRPr lang="en-US" sz="1400" dirty="0"/>
          </a:p>
        </p:txBody>
      </p:sp>
      <p:pic>
        <p:nvPicPr>
          <p:cNvPr id="4" name="Image 0" descr="c_fron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035040" cy="34655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Circled: the efficient frontier candidates. Bicubic ×2 baseline 20.455 / 0.5099 / 0.4655, identical for all eleven.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71600"/>
          <a:ext cx="48463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85800"/>
                <a:gridCol w="640080"/>
                <a:gridCol w="640080"/>
                <a:gridCol w="6858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σ=0.45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2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r2-preal1  (100% real)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7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pr50-w50  (best of the wide, no LPIPS)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pr30-w00  (no wide family)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7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pr50-w50-lp05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loss-lp05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loss-lp15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766560" y="3520440"/>
            <a:ext cx="4846320" cy="2514600"/>
          </a:xfrm>
          <a:prstGeom prst="roundRect">
            <a:avLst>
              <a:gd name="adj" fmla="val 2182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040880" y="37033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TRADE, AND WHY IT IS NOT SYMMETRIC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040880" y="4005072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eleven models the worst PSNR gain still keeps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best. The worst LPIPS reduction keeps only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perceptual and LPIPS is not scored → we lose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achievable PSNR gain.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non-perceptual and LPIPS is scored → we lose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52.7%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achievable LPIPS reduction, plus 4.03 dB of noise headroom.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7.6× asymmetry in downside.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Insuring against the large loss costs almost nothing, and that argument holds under every normalisation we tested.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&amp; Submission Readiness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required components, each verified by running it. Bit-identical output from a directory holding only those four files.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3282E"/>
          </a:solidFill>
          <a:ln w="12700">
            <a:solidFill>
              <a:srgbClr val="2328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1790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          python run.py &lt;input-dir&gt; &lt;output-dir&gt;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SPECIFICATION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complete pip freeze of the environment that trained the weights, exactly as specified. One line is </a:t>
            </a:r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CUDA index URL — because torch==2.13.0+cu126 is not on PyPI and the file would not install without it. No package line altered or removed.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3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requirements-inference.txt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convenience, not the spec: the two packages run.py actually imports.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395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ASSERTED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2724912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tools/package_check.py restores a held-out sample, checks dtype, finiteness, range and shape on every output, then copies </a:t>
            </a:r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run.py, requirements.txt, README.md and models/model.pt into an empty directory and runs it from an unrelated working directory. Prints PASS or a specific FAIL.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194560"/>
            <a:ext cx="3474720" cy="2286000"/>
          </a:xfrm>
          <a:prstGeom prst="roundRect">
            <a:avLst>
              <a:gd name="adj" fmla="val 2400"/>
            </a:avLst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3957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12480" y="272491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.npy (H,W) float32, any range.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.npy float32 (2H,2W), same name, finite, in [0,1].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resolve relative to run.py.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internet, no keys, no downloads, no interaction.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64240" cy="1435608"/>
          </a:xfrm>
          <a:prstGeom prst="roundRect">
            <a:avLst>
              <a:gd name="adj" fmla="val 3822"/>
            </a:avLst>
          </a:prstGeom>
          <a:solidFill>
            <a:srgbClr val="FBF2EC"/>
          </a:solidFill>
          <a:ln w="12700">
            <a:solidFill>
              <a:srgbClr val="FBF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80060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REPOSITORY CARRIES BEYOND THE FOUR REQUIRED FILES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510235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docs/ENGINEERING_LOG.md — every experiment including the failures and eight claims we published and had to withdraw  ·  docs/queue/ — all eleven models scored on both test sets, with the raw CSVs  ·  docs/superseded/ — two result files produced against a different test set, kept with a note explaining why they must not be quoted  ·  docs/bench_results.txt — the timing runs behind three rejected optimisations.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the degradation, trained for variation beyond it,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validated on unseen content and unseen degradation.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7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23.63 dB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 ·  organisers’ 297-image test set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343400" y="21488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7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+3.18 dB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34340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bicubic ×2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0" y="21488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7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0467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   (bicubic 0.466)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972800" cy="0"/>
          </a:xfrm>
          <a:prstGeom prst="line">
            <a:avLst/>
          </a:prstGeom>
          <a:noFill/>
          <a:ln w="12700">
            <a:solidFill>
              <a:srgbClr val="3A44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6732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WHERE THE MODEL HAS SEEN LEAST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4041648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9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+3.65 dB on a content block withheld entirely from training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9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+4.52 dB at 512×512 — a scale it was never trained at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9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+4.01 dB mean across all ten NFFA morphologies, a different corpus — every one positive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9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Better than real-only training on every OOD axis of their test set; 3.50 dB ahead under severe noise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37673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3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BEFORE ANYONE HAS TO ASK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0" y="4041648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9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512 path is verified on NFFA natives, not KLA 512 data — the training set has none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9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wide family’s bounds are a judgement about breadth, not a measurement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9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do not know how PSNR, SSIM and LPIPS will be combined — so we optimised all three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9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Biological morphology is the weakest class, +2.26 dB against the +4.01 mean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806440"/>
            <a:ext cx="10972800" cy="658368"/>
          </a:xfrm>
          <a:prstGeom prst="roundRect">
            <a:avLst>
              <a:gd name="adj" fmla="val 8333"/>
            </a:avLst>
          </a:prstGeom>
          <a:solidFill>
            <a:srgbClr val="2E343B"/>
          </a:solidFill>
          <a:ln w="12700">
            <a:solidFill>
              <a:srgbClr val="2E3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9618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7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ForgeX   ·   Abishek SR  ·  Anmol BA  ·  Hardik   ·   VIT Vellore          </a:t>
            </a:r>
            <a:pPr indent="0" marL="0">
              <a:buNone/>
            </a:pPr>
            <a:r>
              <a:rPr lang="en-US" sz="1100" dirty="0">
                <a:solidFill>
                  <a:srgbClr val="9BA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&lt;in&gt; &lt;out&gt;   ·   torch + numpy only   ·   1.37 M params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Team ForgeX — KLA PS01</dc:creator>
  <cp:lastModifiedBy>Team ForgeX — KLA PS01</cp:lastModifiedBy>
  <cp:revision>1</cp:revision>
  <dcterms:created xsi:type="dcterms:W3CDTF">2026-09-03T16:42:59Z</dcterms:created>
  <dcterms:modified xsi:type="dcterms:W3CDTF">2026-09-03T16:42:59Z</dcterms:modified>
</cp:coreProperties>
</file>